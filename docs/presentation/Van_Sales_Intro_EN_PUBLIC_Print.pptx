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Smart Van Sales</a:t>
            </a:r>
          </a:p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End-to-end direct-store-delivery platform for food &amp; beverage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991209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991209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Hot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7633" y="4617720"/>
            <a:ext cx="1170432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97633" y="4617720"/>
            <a:ext cx="1170432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FEFO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4369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14369" y="4617720"/>
            <a:ext cx="1887321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Route Optimisation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7995" y="4617720"/>
            <a:ext cx="1528876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7995" y="4617720"/>
            <a:ext cx="1528876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Local-first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DejaVu Sans"/>
              </a:rPr>
              <a:t>From the factory to the shop shelf — one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At day end, everyone quotes</a:t>
            </a:r>
          </a:p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 different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When van stock, invoices raised, cash collected and the physical count are each kept separately, nobody can trace where the evening's discrepancy came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Four places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Where van sales operations most reliably lose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Guessed van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What was loaded is in a notebook, what was sold is on receipts. When they disagree at night, the variance belongs to nobody.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Expiry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Short-dated stock sits on the shelf while a newer batch is sold. The write-off is discovered only at disposal.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Route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Routes are built from habit. Nobody measures the relationship between kilometres driven and revenue earned.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Credit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credit limit lives on paper; the office learns about the over-limit sale after the rep has already made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chain this system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Every link feeds from the previous one — no manual re-entry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Central Depot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Regional Depot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Van 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Sales 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Salesperson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Daily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Hot Sale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Invoice / Waybill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Collection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Van 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Day-End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measure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Figures measured from the running system, not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interface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business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built-in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database indexes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languages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DejaVu Sans"/>
              </a:rPr>
              <a:t>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20 KPIs and 7 live charts — panel and reports share one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Hot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The screen a rep opens hundreds of times a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Six taps at the customer's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Built to be used one-handed, standing in a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1 · Pick the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Balance, credit limit, risk and recent purchases all on the same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2 · See the van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Only what is physically on the van; short-dated items carry a coloured warning badge.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3 · Read the AI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From average consumption and days since the last purchase, the system estimates what has run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4 · Build the basket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Enter quantity and unit; campaigns apply themselves and free goods appear as their own 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5 · Take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Cash, card, transfer, cheque or open account. A cheque does not reduce the balance until it clears.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6 · Complete the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Order, delivery, invoice, ledger entry and stock issue are created in one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HOT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The salesperson's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Picking a customer shows balance, credit limit, risk score and past orders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middle column is the van's real stock; short-dated items carry a badge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Campaigns apply themselves — free goods appear as their own line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Totals compute live: gross, line discount, campaign, VAT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Payment method is chosen and the sale posts in one transaction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DESIGN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All of it is written, or none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order + delivery + invoice + ledger + payment  =  1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Order → delivery → FEFO stock issue → invoice → ledger → payment is a single database transaction. If any step fails, none of it is written. There is no such thing as a half-finished sale.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Working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Coverage is not guaranteed in the field — the system assumes that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Held on the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With no connection the basket waits on the device and the rep keeps selling.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Safe to resend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Every basket carries a unique id. Submitting the same sale twice never creates a second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Reference data cached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Product, customer and campaign lists open without a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Installable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Installs to a phone or tablet as a PWA — no app store process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In food distribution, stock means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An immutable stock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structure that settles the day-end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Movements are never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Stock movements are only appended; a correction is itself a new movement. History cannot be rewritten.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Balance derives from the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balance is kept for fast reads but can be rebuilt from the ledger at any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FEFO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nearest-expiry batch leaves first. In food that is not a preference, it is a requirement.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Batch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Which batch went to which customer is recorded — a recall produces a list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VAN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AI-assisted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Past consumption of the route's customers, weekday and season effects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Stock already on the van is subtracted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Volume and weight capacity cannot be exceeded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Every line carries its own reason and confidence level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suggestion is editable — the rep has the last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DAY-END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The variance is computed, not debated.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theoretical = opening + loaded + reloaded − sold + returned − wastage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variance    = theoretical − physical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Every term comes from the movement ledger; there is no hand-maintained counter anywhere. A non-zero variance flags the session, writes an adjustment movement and notifies the manager.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 van is 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We did not write a separate 'van stock' subsystem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Same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van is a warehouse of type VEHICLE. FEFO, counting, transfers and valuation all work on it unchanged.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Created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Saving a vehicle creates its warehouse; there is nothing extra to set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Capacity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Volume and weight are checked during loading and an overload is refused.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Why this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second stock subsystem would be a copy of the same rules that drifts apart over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Routes, visits and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Route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Capacity, time windows and service time solved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Two-layer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Google OR-Tools when installed; otherwise the system's own Clarke-Wright + 2-opt solver takes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The feature never disappears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missing 100 MB dependency does not disable routing — the fallback solver always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Real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Vehicle volume and weight, customer opening hours, service time, working-day limit and priority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Plan vs 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Completed, skipped and delayed stops, plus the planned-versus-actual kilometre difference.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Routes and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Daily routes are generated from customers' visit days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Optimisation solves capacity, time windows and service time together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Which solver ran is stated on screen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Planned versus actual kilometres are reported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A forecast you cannot measure is a forecast you cannot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FMCG demand is intermittent — classical methods do badly 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Classify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Is the series smooth, intermittent or lumpy? The method follows from the class; no single method is imposed.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Then 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Croston, SBA, TSB, Holt-Winters or a day-of-week seasonal naive — whichever suits this particular series.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Back-test the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Validated with MAE / MAPE / RMSE. The method used and its error are shown on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Zeros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calendar is zero-filled; those zeros are what define intermittent demand in the first place.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Dashboard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Panel and report share one aggregation — they cannot disagree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20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Daily and monthly sales, target achievement, gross margin, collections, open and overdue receivables, stock value, expiring soon.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7 live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Sales trend, category split, top products and salespeople, regional distribution, collections versus sales.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21 built-in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Sales, salesperson, customer, SKU, brand, region, route, collections, risk, stock, expiry, wastage, returns, campaigns, profitability, targets.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Written as UTF-8 with BOM so Turkish characters open correctly in Excel with no import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Demand forecasting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The series is classified first: smooth, intermittent or lumpy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method follows from the class — none is imposed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choice is validated by back-testing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Method used, error and confidence interval are shown on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Local-first, explainable, budgeted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Three providers, one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router picks a model per task and fails over when one is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LM Studio —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Runs on your own machine, costs nothing and no data leaves the building. The default first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NVIDIA NIM —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Steps in when the local model is not enough; over 100 models selected by task 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Claude —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Configurable for long-context and harder reasoning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Budget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When the monthly limit is reached the paid providers stop while the local model keeps working.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The AI Sales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Plain-language question → read-only query → justified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Example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«Show the 10 best-selling reps today» · «Show customers with high collection risk» · «Which customers did we lose in the last 90 days?»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It shows its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The data behind the answer is visible in an expandable panel — "where did that number come from" is answerable.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 single SELECT may be executed. No data-modifying command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Closed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User, session and audit tables are entirely off limits to AI queries.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27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The AI Sales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A question is asked in plain language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system produces and runs a read-only query only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The data behind the answer is visible in an expandable panel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User, session and audit tables are off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Authorisation is checked separately at three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19 roles · 207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Screen, action and data scope are enforced separately. A rep sees only their own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No privilege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Nobody can assign a role above their own or grant a permission they do not 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Chained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Each entry carries the previous one's digest. Alter a historical row and the chain breaks, reporting 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Secrets stay secret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API keys are never stored in the database, are stripped before logging and are masked on screen.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Compliance and human rights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The personal-data inventory is measured from the code, not assumed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Consent and notice are kept as separate records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Missing evidence yields 'insufficient evidence', never 'compliant'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Every decision put to the authority engine — refusals included — leaves a chained receipt and an appeal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Other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The system has 49 screens; six of them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  <a:ln/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  <a:ln/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Day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  <a:ln/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Roles &amp; permissions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  <a:ln/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Training centre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Technology and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Nothing that was not already installed has been made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SQLite by default — PostgreSQL optional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PWA: offline capable, installable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Redis and Docker are not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setup.ps1 — one-command install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start.bat — one-click start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Demo data: 500 customers, 12 months history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14-lesson in-app training centre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TR / EN — instant language switch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PLATFORMS &amp; DOWNLOAD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Windows 10/11 (x64) &amp; macOS (Apple Silicon)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Download: GitHub Releases (v1.0.0)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github.com/Azizsekerdil/smart-van-sales-management-system/releases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Two assets are published on GitHub Releases: a Windows zip and a macOS zip. The macOS package targets Apple Silicon (arm64) and is not notarized — on first launch, right-click → Open.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DejaVu Sans"/>
              </a:rPr>
              <a:t>Smart Van Sales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Every movement in the field recorded, every figure accounted for at day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Install: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174833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174833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Start: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4219" y="4224528"/>
            <a:ext cx="2757830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54219" y="4224528"/>
            <a:ext cx="2757830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Guide: docs/USER_GUIDE_EN.md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DejaVu Sans"/>
              </a:rPr>
              <a:t>This deck is generated from the product's own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